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实现</a:t>
            </a:r>
            <a:r>
              <a:rPr lang="zh-CN" altLang="en-US" dirty="0"/>
              <a:t>类型检查</a:t>
            </a:r>
            <a:r>
              <a:rPr lang="en-US" altLang="zh-CN" dirty="0"/>
              <a:t>&amp;</a:t>
            </a:r>
            <a:r>
              <a:rPr lang="zh-CN" altLang="en-US" dirty="0"/>
              <a:t>中间代码生成</a:t>
            </a:r>
            <a:br>
              <a:rPr lang="en-US" altLang="zh-CN" dirty="0"/>
            </a:br>
            <a:r>
              <a:rPr lang="zh-CN" altLang="en-US" dirty="0"/>
              <a:t>（小组合作）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总分</a:t>
            </a:r>
            <a:r>
              <a:rPr lang="en-US" altLang="zh-CN" sz="2000" dirty="0">
                <a:solidFill>
                  <a:srgbClr val="000000"/>
                </a:solidFill>
              </a:rPr>
              <a:t>: 10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sz="1600" dirty="0"/>
              <a:t>一、基本要求（</a:t>
            </a:r>
            <a:r>
              <a:rPr lang="en-US" altLang="zh-CN" sz="1600" dirty="0"/>
              <a:t>8</a:t>
            </a:r>
            <a:r>
              <a:rPr lang="zh-CN" altLang="en-US" sz="1600" dirty="0"/>
              <a:t>分）：</a:t>
            </a:r>
            <a:endParaRPr lang="en-US" altLang="zh-CN" sz="1600" dirty="0"/>
          </a:p>
          <a:p>
            <a:r>
              <a:rPr lang="zh-CN" altLang="en-US" sz="1600" dirty="0"/>
              <a:t>一）实现类型检查模块：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在上一次作业构造的语法树上进行后序遍历，实现类型检查、结果类型赋值等；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打印出语法树，对每个结点打印类型信息（或类型错误）。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二）实现中间代码生成模块：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在完成类型检查之后，生成</a:t>
            </a:r>
            <a:r>
              <a:rPr lang="en-US" altLang="zh-CN" sz="1600" dirty="0"/>
              <a:t>LLVM IR</a:t>
            </a:r>
            <a:r>
              <a:rPr lang="zh-CN" altLang="en-US" sz="1600" dirty="0"/>
              <a:t>中间代码。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提前预习第</a:t>
            </a:r>
            <a:r>
              <a:rPr lang="en-US" altLang="zh-CN" sz="1600" dirty="0"/>
              <a:t>8</a:t>
            </a:r>
            <a:r>
              <a:rPr lang="zh-CN" altLang="en-US" sz="1600" dirty="0"/>
              <a:t>章相关内容，参考实验教学指导书实现表达式、控制流语句、函数</a:t>
            </a:r>
            <a:r>
              <a:rPr lang="en-US" altLang="zh-CN" sz="1600" dirty="0"/>
              <a:t>/</a:t>
            </a:r>
            <a:r>
              <a:rPr lang="zh-CN" altLang="en-US" sz="1600" dirty="0"/>
              <a:t>语句块等的中间代码生成，其中难点是控制流语句的翻译。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构造</a:t>
            </a:r>
            <a:r>
              <a:rPr lang="en-US" altLang="zh-CN" sz="1600" dirty="0" err="1"/>
              <a:t>SysY</a:t>
            </a:r>
            <a:r>
              <a:rPr lang="zh-CN" altLang="en-US" sz="1600" dirty="0"/>
              <a:t>示例程序，调试类型检查和中间代码生成两个模块。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在小雅平台提交</a:t>
            </a:r>
            <a:r>
              <a:rPr lang="en-US" altLang="zh-CN" sz="1600" dirty="0"/>
              <a:t>GitLab</a:t>
            </a:r>
            <a:r>
              <a:rPr lang="zh-CN" altLang="en-US" sz="1600" dirty="0"/>
              <a:t>链接。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二、进阶要求（</a:t>
            </a:r>
            <a:r>
              <a:rPr lang="en-US" altLang="zh-CN" sz="1600" dirty="0"/>
              <a:t>2</a:t>
            </a:r>
            <a:r>
              <a:rPr lang="zh-CN" altLang="en-US" sz="1600" dirty="0"/>
              <a:t>分）：</a:t>
            </a:r>
            <a:endParaRPr lang="en-US" altLang="zh-CN" sz="1600" dirty="0"/>
          </a:p>
          <a:p>
            <a:pPr algn="just"/>
            <a:r>
              <a:rPr lang="zh-CN" altLang="zh-CN" sz="1600" dirty="0"/>
              <a:t>进阶语法要求，即实现如下</a:t>
            </a:r>
            <a:r>
              <a:rPr lang="en-US" altLang="zh-CN" sz="1600" dirty="0" err="1"/>
              <a:t>SysY</a:t>
            </a:r>
            <a:r>
              <a:rPr lang="zh-CN" altLang="zh-CN" sz="1600" dirty="0"/>
              <a:t>特性正确的中间代码</a:t>
            </a:r>
            <a:r>
              <a:rPr lang="zh-CN" altLang="en-US" sz="1600" dirty="0"/>
              <a:t>生成</a:t>
            </a:r>
            <a:r>
              <a:rPr lang="zh-CN" altLang="zh-CN" sz="1600" dirty="0"/>
              <a:t>：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/>
              <a:t>数组：数组（一维、二维、</a:t>
            </a:r>
            <a:r>
              <a:rPr lang="en-US" altLang="zh-CN" sz="1600" dirty="0"/>
              <a:t>…</a:t>
            </a:r>
            <a:r>
              <a:rPr lang="zh-CN" altLang="zh-CN" sz="1600" dirty="0"/>
              <a:t>）的声明和数组元素访问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/>
              <a:t>浮点数：浮点数常量识别、变量声明、存储、运算</a:t>
            </a:r>
            <a:endParaRPr lang="en-US" altLang="zh-CN" sz="1600" dirty="0"/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US" altLang="zh-CN" sz="1600" dirty="0"/>
          </a:p>
          <a:p>
            <a:pPr algn="just">
              <a:lnSpc>
                <a:spcPct val="150000"/>
              </a:lnSpc>
            </a:pPr>
            <a:r>
              <a:rPr lang="zh-CN" altLang="en-US" sz="1600" dirty="0"/>
              <a:t>另：希望完成代码优化模块的小组，可提前考虑</a:t>
            </a:r>
            <a:r>
              <a:rPr lang="en-US" altLang="zh-CN" sz="1600" dirty="0"/>
              <a:t>LLVM IR</a:t>
            </a:r>
            <a:r>
              <a:rPr lang="zh-CN" altLang="en-US" sz="1600" dirty="0"/>
              <a:t>代码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/>
              <a:t>SSA</a:t>
            </a:r>
            <a:r>
              <a:rPr lang="zh-CN" altLang="en-US" sz="1600" dirty="0"/>
              <a:t>格式转换算法的实现，为代码优化做</a:t>
            </a:r>
            <a:r>
              <a:rPr lang="zh-CN" altLang="en-US" sz="1600"/>
              <a:t>准备。此部分不作为本次作业评分内容。</a:t>
            </a:r>
            <a:endParaRPr lang="en-US" altLang="zh-CN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8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324</Words>
  <Application>Microsoft Office PowerPoint</Application>
  <PresentationFormat>全屏显示(16:10)</PresentationFormat>
  <Paragraphs>27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Microsoft Yahei</vt:lpstr>
      <vt:lpstr>等线</vt:lpstr>
      <vt:lpstr>等线 Light</vt:lpstr>
      <vt:lpstr>Arial</vt:lpstr>
      <vt:lpstr>Wingdings</vt:lpstr>
      <vt:lpstr>Office 主题​​</vt:lpstr>
      <vt:lpstr>实现类型检查&amp;中间代码生成 （小组合作）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Administrator</cp:lastModifiedBy>
  <cp:revision>24</cp:revision>
  <dcterms:created xsi:type="dcterms:W3CDTF">2019-09-29T04:07:54Z</dcterms:created>
  <dcterms:modified xsi:type="dcterms:W3CDTF">2025-11-10T02:05:10Z</dcterms:modified>
</cp:coreProperties>
</file>