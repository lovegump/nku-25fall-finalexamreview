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完成编译器</a:t>
            </a:r>
            <a:br>
              <a:rPr lang="en-US" altLang="zh-CN" dirty="0"/>
            </a:br>
            <a:r>
              <a:rPr lang="zh-CN" altLang="en-US" dirty="0"/>
              <a:t>（小组合作）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总分</a:t>
            </a:r>
            <a:r>
              <a:rPr lang="en-US" altLang="zh-CN" sz="2000" dirty="0">
                <a:solidFill>
                  <a:srgbClr val="000000"/>
                </a:solidFill>
              </a:rPr>
              <a:t>: 9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sz="1600" dirty="0"/>
              <a:t>一、基本要求（</a:t>
            </a:r>
            <a:r>
              <a:rPr lang="en-US" altLang="zh-CN" sz="1600" dirty="0"/>
              <a:t>7</a:t>
            </a:r>
            <a:r>
              <a:rPr lang="zh-CN" altLang="en-US" sz="1600" dirty="0"/>
              <a:t>分），</a:t>
            </a:r>
            <a:r>
              <a:rPr lang="zh-CN" altLang="zh-CN" sz="1600" dirty="0"/>
              <a:t>需正确实现如下</a:t>
            </a:r>
            <a:r>
              <a:rPr lang="en-US" altLang="zh-CN" sz="1600" dirty="0" err="1"/>
              <a:t>SysY</a:t>
            </a:r>
            <a:r>
              <a:rPr lang="zh-CN" altLang="zh-CN" sz="1600" dirty="0"/>
              <a:t>特性</a:t>
            </a:r>
            <a:r>
              <a:rPr lang="zh-CN" altLang="en-US" sz="1600" dirty="0"/>
              <a:t>代码生成</a:t>
            </a:r>
            <a:r>
              <a:rPr lang="zh-CN" altLang="zh-CN" sz="1600" dirty="0"/>
              <a:t>：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1600" dirty="0"/>
              <a:t>数据类型：</a:t>
            </a:r>
            <a:r>
              <a:rPr lang="en-US" altLang="zh-CN" sz="1600" dirty="0"/>
              <a:t>int</a:t>
            </a:r>
            <a:endParaRPr lang="zh-CN" altLang="zh-CN" sz="1600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1600" dirty="0"/>
              <a:t>变量声明、常量声明，常量、变量的初始化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1600" dirty="0"/>
              <a:t>语句：赋值（</a:t>
            </a:r>
            <a:r>
              <a:rPr lang="en-US" altLang="zh-CN" sz="1600" dirty="0"/>
              <a:t>=</a:t>
            </a:r>
            <a:r>
              <a:rPr lang="zh-CN" altLang="zh-CN" sz="1600" dirty="0"/>
              <a:t>）、表达式语句、语句块、</a:t>
            </a:r>
            <a:r>
              <a:rPr lang="en-US" altLang="zh-CN" sz="1600" dirty="0"/>
              <a:t>if</a:t>
            </a:r>
            <a:r>
              <a:rPr lang="zh-CN" altLang="zh-CN" sz="1600" dirty="0"/>
              <a:t>、</a:t>
            </a:r>
            <a:r>
              <a:rPr lang="en-US" altLang="zh-CN" sz="1600" dirty="0"/>
              <a:t>while</a:t>
            </a:r>
            <a:r>
              <a:rPr lang="zh-CN" altLang="zh-CN" sz="1600" dirty="0"/>
              <a:t>、</a:t>
            </a:r>
            <a:r>
              <a:rPr lang="en-US" altLang="zh-CN" sz="1600" dirty="0"/>
              <a:t>return</a:t>
            </a:r>
            <a:endParaRPr lang="zh-CN" altLang="zh-CN" sz="1600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1600" dirty="0"/>
              <a:t>表达式：算术运算（</a:t>
            </a:r>
            <a:r>
              <a:rPr lang="en-US" altLang="zh-CN" sz="1600" dirty="0"/>
              <a:t>+</a:t>
            </a:r>
            <a:r>
              <a:rPr lang="zh-CN" altLang="zh-CN" sz="1600" dirty="0"/>
              <a:t>、</a:t>
            </a:r>
            <a:r>
              <a:rPr lang="en-US" altLang="zh-CN" sz="1600" dirty="0"/>
              <a:t>-</a:t>
            </a:r>
            <a:r>
              <a:rPr lang="zh-CN" altLang="zh-CN" sz="1600" dirty="0"/>
              <a:t>、</a:t>
            </a:r>
            <a:r>
              <a:rPr lang="en-US" altLang="zh-CN" sz="1600" dirty="0"/>
              <a:t>*</a:t>
            </a:r>
            <a:r>
              <a:rPr lang="zh-CN" altLang="zh-CN" sz="1600" dirty="0"/>
              <a:t>、</a:t>
            </a:r>
            <a:r>
              <a:rPr lang="en-US" altLang="zh-CN" sz="1600" dirty="0"/>
              <a:t>/</a:t>
            </a:r>
            <a:r>
              <a:rPr lang="zh-CN" altLang="zh-CN" sz="1600" dirty="0"/>
              <a:t>、</a:t>
            </a:r>
            <a:r>
              <a:rPr lang="en-US" altLang="zh-CN" sz="1600" dirty="0"/>
              <a:t>%</a:t>
            </a:r>
            <a:r>
              <a:rPr lang="zh-CN" altLang="zh-CN" sz="1600" dirty="0"/>
              <a:t>，其中</a:t>
            </a:r>
            <a:r>
              <a:rPr lang="en-US" altLang="zh-CN" sz="1600" dirty="0"/>
              <a:t>+</a:t>
            </a:r>
            <a:r>
              <a:rPr lang="zh-CN" altLang="zh-CN" sz="1600" dirty="0"/>
              <a:t>、</a:t>
            </a:r>
            <a:r>
              <a:rPr lang="en-US" altLang="zh-CN" sz="1600" dirty="0"/>
              <a:t>-</a:t>
            </a:r>
            <a:r>
              <a:rPr lang="zh-CN" altLang="zh-CN" sz="1600" dirty="0"/>
              <a:t>都可以是单目运算符）、关系运算（</a:t>
            </a:r>
            <a:r>
              <a:rPr lang="en-US" altLang="zh-CN" sz="1600" dirty="0"/>
              <a:t>==</a:t>
            </a:r>
            <a:r>
              <a:rPr lang="zh-CN" altLang="zh-CN" sz="1600" dirty="0"/>
              <a:t>，</a:t>
            </a:r>
            <a:r>
              <a:rPr lang="en-US" altLang="zh-CN" sz="1600" dirty="0"/>
              <a:t>&gt;</a:t>
            </a:r>
            <a:r>
              <a:rPr lang="zh-CN" altLang="zh-CN" sz="1600" dirty="0"/>
              <a:t>，</a:t>
            </a:r>
            <a:r>
              <a:rPr lang="en-US" altLang="zh-CN" sz="1600" dirty="0"/>
              <a:t>&lt;</a:t>
            </a:r>
            <a:r>
              <a:rPr lang="zh-CN" altLang="zh-CN" sz="1600" dirty="0"/>
              <a:t>，</a:t>
            </a:r>
            <a:r>
              <a:rPr lang="en-US" altLang="zh-CN" sz="1600" dirty="0"/>
              <a:t>&gt;=</a:t>
            </a:r>
            <a:r>
              <a:rPr lang="zh-CN" altLang="zh-CN" sz="1600" dirty="0"/>
              <a:t>，</a:t>
            </a:r>
            <a:r>
              <a:rPr lang="en-US" altLang="zh-CN" sz="1600" dirty="0"/>
              <a:t>&lt;=</a:t>
            </a:r>
            <a:r>
              <a:rPr lang="zh-CN" altLang="zh-CN" sz="1600" dirty="0"/>
              <a:t>，</a:t>
            </a:r>
            <a:r>
              <a:rPr lang="en-US" altLang="zh-CN" sz="1600" dirty="0"/>
              <a:t>!=</a:t>
            </a:r>
            <a:r>
              <a:rPr lang="zh-CN" altLang="zh-CN" sz="1600" dirty="0"/>
              <a:t>）和逻辑运算（</a:t>
            </a:r>
            <a:r>
              <a:rPr lang="en-US" altLang="zh-CN" sz="1600" dirty="0"/>
              <a:t>&amp;&amp;</a:t>
            </a:r>
            <a:r>
              <a:rPr lang="zh-CN" altLang="zh-CN" sz="1600" dirty="0"/>
              <a:t>（与）、</a:t>
            </a:r>
            <a:r>
              <a:rPr lang="en-US" altLang="zh-CN" sz="1600" dirty="0"/>
              <a:t>||</a:t>
            </a:r>
            <a:r>
              <a:rPr lang="zh-CN" altLang="zh-CN" sz="1600" dirty="0"/>
              <a:t>（或）、</a:t>
            </a:r>
            <a:r>
              <a:rPr lang="en-US" altLang="zh-CN" sz="1600" dirty="0"/>
              <a:t>!</a:t>
            </a:r>
            <a:r>
              <a:rPr lang="zh-CN" altLang="zh-CN" sz="1600" dirty="0"/>
              <a:t>（非））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en-US" sz="1600" dirty="0"/>
              <a:t>函数、语句块（函数声明、函数调用；变量、常量作用域（函数、语句块中变量、常量声明的处理），</a:t>
            </a:r>
            <a:r>
              <a:rPr lang="en-US" altLang="zh-CN" sz="1600" dirty="0"/>
              <a:t>break</a:t>
            </a:r>
            <a:r>
              <a:rPr lang="zh-CN" altLang="en-US" sz="1600" dirty="0"/>
              <a:t>、</a:t>
            </a:r>
            <a:r>
              <a:rPr lang="en-US" altLang="zh-CN" sz="1600" dirty="0"/>
              <a:t>continue</a:t>
            </a:r>
            <a:r>
              <a:rPr lang="zh-CN" altLang="en-US" sz="1600" dirty="0"/>
              <a:t>语句）</a:t>
            </a:r>
            <a:endParaRPr lang="en-US" altLang="zh-CN" sz="1600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1600" dirty="0"/>
              <a:t>注释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sz="1600" dirty="0"/>
              <a:t>输入输出（实现连接</a:t>
            </a:r>
            <a:r>
              <a:rPr lang="en-US" altLang="zh-CN" sz="1600" dirty="0" err="1"/>
              <a:t>SysY</a:t>
            </a:r>
            <a:r>
              <a:rPr lang="zh-CN" altLang="zh-CN" sz="1600" dirty="0"/>
              <a:t>运行时库，参见文档《</a:t>
            </a:r>
            <a:r>
              <a:rPr lang="en-US" altLang="zh-CN" sz="1600" dirty="0" err="1"/>
              <a:t>SysY</a:t>
            </a:r>
            <a:r>
              <a:rPr lang="zh-CN" altLang="zh-CN" sz="1600" dirty="0"/>
              <a:t>运行时库》）</a:t>
            </a:r>
            <a:endParaRPr lang="en-US" altLang="zh-CN" sz="1600" dirty="0"/>
          </a:p>
          <a:p>
            <a:pPr lvl="0"/>
            <a:r>
              <a:rPr lang="zh-CN" altLang="en-US" sz="1600" dirty="0"/>
              <a:t>注：只要求生成的目标代码的正确性，因此可采用一些简单但效率不高的平凡算法（例如最基本的寄存器分配算法）。</a:t>
            </a:r>
            <a:endParaRPr lang="en-US" altLang="zh-CN" sz="1600" dirty="0"/>
          </a:p>
          <a:p>
            <a:pPr lvl="0"/>
            <a:endParaRPr lang="en-US" altLang="zh-CN" sz="1600" dirty="0"/>
          </a:p>
          <a:p>
            <a:r>
              <a:rPr lang="zh-CN" altLang="en-US" sz="1600" dirty="0"/>
              <a:t>二、进阶要求（</a:t>
            </a:r>
            <a:r>
              <a:rPr lang="en-US" altLang="zh-CN" sz="1600" dirty="0"/>
              <a:t>2</a:t>
            </a:r>
            <a:r>
              <a:rPr lang="zh-CN" altLang="en-US" sz="1600" dirty="0"/>
              <a:t>分），</a:t>
            </a:r>
            <a:r>
              <a:rPr lang="zh-CN" altLang="zh-CN" sz="1600" dirty="0"/>
              <a:t>需正确实现如下</a:t>
            </a:r>
            <a:r>
              <a:rPr lang="en-US" altLang="zh-CN" sz="1600" dirty="0" err="1"/>
              <a:t>SysY</a:t>
            </a:r>
            <a:r>
              <a:rPr lang="zh-CN" altLang="zh-CN" sz="1600" dirty="0"/>
              <a:t>特性</a:t>
            </a:r>
            <a:r>
              <a:rPr lang="zh-CN" altLang="en-US" sz="1600" dirty="0"/>
              <a:t>的代码生成</a:t>
            </a:r>
            <a:r>
              <a:rPr lang="zh-CN" altLang="zh-CN" sz="1600" dirty="0"/>
              <a:t>：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/>
              <a:t>数组：数组（一维、二维、</a:t>
            </a:r>
            <a:r>
              <a:rPr lang="en-US" altLang="zh-CN" sz="1600" dirty="0"/>
              <a:t>…</a:t>
            </a:r>
            <a:r>
              <a:rPr lang="zh-CN" altLang="zh-CN" sz="1600" dirty="0"/>
              <a:t>）的声明和数组元素访问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zh-CN" sz="1600" dirty="0"/>
              <a:t>浮点数：浮点数常量识别、变量声明、存储、运算</a:t>
            </a:r>
            <a:endParaRPr lang="en-US" altLang="zh-CN" sz="1600" dirty="0"/>
          </a:p>
          <a:p>
            <a:pPr lvl="0" algn="just">
              <a:lnSpc>
                <a:spcPct val="150000"/>
              </a:lnSpc>
            </a:pPr>
            <a:endParaRPr lang="en-US" altLang="zh-CN" sz="1600" dirty="0"/>
          </a:p>
          <a:p>
            <a:r>
              <a:rPr lang="zh-CN" altLang="en-US" sz="1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注：不再要求撰写、提交上机大作业报告。</a:t>
            </a:r>
            <a:endParaRPr lang="zh-CN" altLang="zh-CN" sz="1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/>
          </a:p>
          <a:p>
            <a:r>
              <a:rPr lang="zh-CN" altLang="en-US" sz="1600" dirty="0"/>
              <a:t>希望大家这学期的努力都能有一个完美的结果，完成我们的</a:t>
            </a:r>
            <a:r>
              <a:rPr lang="en-US" altLang="zh-CN" sz="1600" dirty="0" err="1"/>
              <a:t>SysY</a:t>
            </a:r>
            <a:r>
              <a:rPr lang="zh-CN" altLang="en-US" sz="1600" dirty="0"/>
              <a:t>编译器！</a:t>
            </a:r>
          </a:p>
          <a:p>
            <a:pPr lvl="0"/>
            <a:endParaRPr lang="zh-CN" altLang="zh-CN" sz="1600" dirty="0"/>
          </a:p>
          <a:p>
            <a:r>
              <a:rPr lang="en-US" altLang="zh-CN" sz="1800" dirty="0"/>
              <a:t> </a:t>
            </a:r>
            <a:endParaRPr lang="zh-CN" altLang="zh-CN" sz="1800" dirty="0"/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9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2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366</Words>
  <Application>Microsoft Office PowerPoint</Application>
  <PresentationFormat>全屏显示(16:10)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Microsoft Yahei</vt:lpstr>
      <vt:lpstr>等线</vt:lpstr>
      <vt:lpstr>等线 Light</vt:lpstr>
      <vt:lpstr>黑体</vt:lpstr>
      <vt:lpstr>Arial</vt:lpstr>
      <vt:lpstr>Office 主题​​</vt:lpstr>
      <vt:lpstr>完成编译器 （小组合作）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Administrator</cp:lastModifiedBy>
  <cp:revision>35</cp:revision>
  <dcterms:created xsi:type="dcterms:W3CDTF">2019-09-29T04:07:54Z</dcterms:created>
  <dcterms:modified xsi:type="dcterms:W3CDTF">2025-12-03T01:42:27Z</dcterms:modified>
</cp:coreProperties>
</file>